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3" r:id="rId12"/>
    <p:sldId id="272" r:id="rId13"/>
    <p:sldId id="271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>
        <p:scale>
          <a:sx n="75" d="100"/>
          <a:sy n="75" d="100"/>
        </p:scale>
        <p:origin x="98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2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8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6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7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0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0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5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3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3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5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00DF3-51BD-4402-9B13-AA41A134D5F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C0BED-B45C-45D6-9B98-E31043D55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9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fif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fif"/><Relationship Id="rId4" Type="http://schemas.openxmlformats.org/officeDocument/2006/relationships/image" Target="../media/image6.jfi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fif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fif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fif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fif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fif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fif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fif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-245468"/>
            <a:ext cx="12191998" cy="71034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7040" y="168534"/>
            <a:ext cx="112572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Centaur" panose="02030504050205020304" pitchFamily="18" charset="0"/>
              </a:rPr>
              <a:t>A Comparative Study of Machine Learning Algorithms for Early Disease Prediction Using Healthcare Data</a:t>
            </a:r>
            <a:endParaRPr lang="en-US" sz="4400" b="1" dirty="0">
              <a:solidFill>
                <a:schemeClr val="bg1"/>
              </a:solidFill>
              <a:latin typeface="Centaur" panose="020305040502050203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79040"/>
            <a:ext cx="4426447" cy="4378960"/>
          </a:xfrm>
          <a:prstGeom prst="rect">
            <a:avLst/>
          </a:prstGeom>
          <a:effectLst>
            <a:outerShdw blurRad="317500" dist="50800" dir="5400000" algn="ctr" rotWithShape="0">
              <a:schemeClr val="accent4">
                <a:lumMod val="60000"/>
                <a:lumOff val="40000"/>
                <a:alpha val="46000"/>
              </a:scheme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8270238" y="3379152"/>
            <a:ext cx="37998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Submitted By             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Thokar Manish Raj       2417137</a:t>
            </a:r>
          </a:p>
          <a:p>
            <a:r>
              <a:rPr lang="en-US" dirty="0">
                <a:solidFill>
                  <a:schemeClr val="bg1"/>
                </a:solidFill>
              </a:rPr>
              <a:t>Shrestha Suman          </a:t>
            </a:r>
            <a:r>
              <a:rPr lang="en-US" dirty="0" smtClean="0">
                <a:solidFill>
                  <a:schemeClr val="bg1"/>
                </a:solidFill>
              </a:rPr>
              <a:t> 2417119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Tamang Parasol    </a:t>
            </a:r>
            <a:r>
              <a:rPr lang="en-US" dirty="0" smtClean="0">
                <a:solidFill>
                  <a:schemeClr val="bg1"/>
                </a:solidFill>
              </a:rPr>
              <a:t>        2417133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KC Rabin    </a:t>
            </a:r>
            <a:r>
              <a:rPr lang="en-US" dirty="0" smtClean="0">
                <a:solidFill>
                  <a:schemeClr val="bg1"/>
                </a:solidFill>
              </a:rPr>
              <a:t>                    2417127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Thapa Bishal    </a:t>
            </a:r>
            <a:r>
              <a:rPr lang="en-US" dirty="0" smtClean="0">
                <a:solidFill>
                  <a:schemeClr val="bg1"/>
                </a:solidFill>
              </a:rPr>
              <a:t>             2417136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Supervisor Name: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Ghulam </a:t>
            </a:r>
            <a:r>
              <a:rPr lang="en-US" b="1" dirty="0">
                <a:solidFill>
                  <a:schemeClr val="bg1"/>
                </a:solidFill>
              </a:rPr>
              <a:t>Sarwar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Bachelor of Science in Software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48" y="1680766"/>
            <a:ext cx="3712210" cy="14097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343" y="3523495"/>
            <a:ext cx="3048000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9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Introduction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1251406"/>
            <a:ext cx="5537200" cy="28623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project focuses on using machine learning to predict diseases at an early </a:t>
            </a:r>
            <a:r>
              <a:rPr lang="en-US" dirty="0" smtClean="0"/>
              <a:t>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analyzes patient symptoms and basic health </a:t>
            </a:r>
            <a:r>
              <a:rPr lang="en-US" dirty="0" smtClean="0"/>
              <a:t>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provides possible disease predictions quickly and efficiently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dirty="0"/>
              <a:t>The main goal is to support early diagnosis and improve healthcare decisions.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217" y="172720"/>
            <a:ext cx="4596765" cy="30645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217" y="3557905"/>
            <a:ext cx="4641723" cy="299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4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"/>
            <a:ext cx="12192000" cy="687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7040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Background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51406"/>
            <a:ext cx="5537200" cy="24622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disease detection is very important for effective </a:t>
            </a:r>
            <a:r>
              <a:rPr lang="en-US" dirty="0" smtClean="0"/>
              <a:t>treatment.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many regions, patients do not have quick access to medical </a:t>
            </a:r>
            <a:r>
              <a:rPr lang="en-US" dirty="0" smtClean="0"/>
              <a:t>experts.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Machine </a:t>
            </a:r>
            <a:r>
              <a:rPr lang="en-US" dirty="0"/>
              <a:t>learning can analyze large amounts of data and assist in diagnosis.</a:t>
            </a:r>
          </a:p>
          <a:p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dirty="0"/>
              <a:t> This project uses ML to help solve this problem.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120" y="-15240"/>
            <a:ext cx="5262880" cy="68732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48" y="4073877"/>
            <a:ext cx="4329903" cy="242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3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612" y="1107440"/>
            <a:ext cx="5930322" cy="3941604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322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diseases are detected only at advanced </a:t>
            </a:r>
            <a:r>
              <a:rPr lang="en-US" dirty="0" smtClean="0"/>
              <a:t>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Existing </a:t>
            </a:r>
            <a:r>
              <a:rPr lang="en-US" dirty="0"/>
              <a:t>systems have several limitations: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They </a:t>
            </a:r>
            <a:r>
              <a:rPr lang="en-US" dirty="0"/>
              <a:t>use only one </a:t>
            </a:r>
            <a:r>
              <a:rPr lang="en-US" dirty="0" smtClean="0"/>
              <a:t>algorithm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They </a:t>
            </a:r>
            <a:r>
              <a:rPr lang="en-US" dirty="0"/>
              <a:t>focus mainly on </a:t>
            </a:r>
            <a:r>
              <a:rPr lang="en-US" dirty="0" smtClean="0"/>
              <a:t>accuracy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They </a:t>
            </a:r>
            <a:r>
              <a:rPr lang="en-US" dirty="0"/>
              <a:t>are not </a:t>
            </a:r>
            <a:r>
              <a:rPr lang="en-US" dirty="0" smtClean="0"/>
              <a:t>user-friendly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lvl="1"/>
            <a:r>
              <a:rPr lang="en-US" dirty="0"/>
              <a:t>There is a need for a better and more complete solution.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240" y="3023236"/>
            <a:ext cx="6715760" cy="383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5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299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21852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system for early disease </a:t>
            </a:r>
            <a:r>
              <a:rPr lang="en-US" dirty="0" smtClean="0"/>
              <a:t>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dirty="0"/>
              <a:t>multiple machine learning </a:t>
            </a:r>
            <a:r>
              <a:rPr lang="en-US" dirty="0" smtClean="0"/>
              <a:t>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Compare </a:t>
            </a:r>
            <a:r>
              <a:rPr lang="en-US" dirty="0"/>
              <a:t>their performance using different </a:t>
            </a:r>
            <a:r>
              <a:rPr lang="en-US" dirty="0" smtClean="0"/>
              <a:t>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</a:t>
            </a:r>
            <a:r>
              <a:rPr lang="en-US" dirty="0"/>
              <a:t>a simple web interface for </a:t>
            </a:r>
            <a:r>
              <a:rPr lang="en-US" dirty="0" smtClean="0"/>
              <a:t>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aim is to make the system practical and easy to use.</a:t>
            </a:r>
            <a:endParaRPr lang="en-US" dirty="0" smtClean="0"/>
          </a:p>
          <a:p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21" y="0"/>
            <a:ext cx="6075680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23672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Methodology</a:t>
            </a:r>
          </a:p>
          <a:p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follows the Agile development </a:t>
            </a:r>
            <a:r>
              <a:rPr lang="en-US" dirty="0" smtClean="0"/>
              <a:t>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Work </a:t>
            </a:r>
            <a:r>
              <a:rPr lang="en-US" dirty="0"/>
              <a:t>is divided into small phases or </a:t>
            </a:r>
            <a:r>
              <a:rPr lang="en-US" dirty="0" smtClean="0"/>
              <a:t>sprints.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phase focuses on a specific task such as data processing or model training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allows flexibility and continuous improvement during development.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0"/>
            <a:ext cx="5994399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works in a simple sequence: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User enters </a:t>
            </a:r>
            <a:r>
              <a:rPr lang="en-US" dirty="0" smtClean="0"/>
              <a:t>symptoms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Data </a:t>
            </a:r>
            <a:r>
              <a:rPr lang="en-US" dirty="0"/>
              <a:t>is processed and </a:t>
            </a:r>
            <a:r>
              <a:rPr lang="en-US" dirty="0" smtClean="0"/>
              <a:t>cleaned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Machine </a:t>
            </a:r>
            <a:r>
              <a:rPr lang="en-US" dirty="0"/>
              <a:t>learning models analyze the </a:t>
            </a:r>
            <a:r>
              <a:rPr lang="en-US" dirty="0" smtClean="0"/>
              <a:t>data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Results </a:t>
            </a:r>
            <a:r>
              <a:rPr lang="en-US" dirty="0"/>
              <a:t>are displayed to the user</a:t>
            </a:r>
          </a:p>
          <a:p>
            <a:r>
              <a:rPr lang="en-US" dirty="0"/>
              <a:t>The process is fast and easy to follow.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0"/>
            <a:ext cx="6065520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1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326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is divided into three main layers: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Input Layer → collects patient </a:t>
            </a:r>
            <a:r>
              <a:rPr lang="en-US" dirty="0" smtClean="0"/>
              <a:t>data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Processing </a:t>
            </a:r>
            <a:r>
              <a:rPr lang="en-US" dirty="0"/>
              <a:t>Layer → runs machine learning </a:t>
            </a:r>
            <a:r>
              <a:rPr lang="en-US" dirty="0" smtClean="0"/>
              <a:t>models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Output </a:t>
            </a:r>
            <a:r>
              <a:rPr lang="en-US" dirty="0"/>
              <a:t>Layer → shows predictions and </a:t>
            </a:r>
            <a:r>
              <a:rPr lang="en-US" dirty="0" smtClean="0"/>
              <a:t>results</a:t>
            </a:r>
          </a:p>
          <a:p>
            <a:pPr lvl="1"/>
            <a:endParaRPr lang="en-US" dirty="0"/>
          </a:p>
          <a:p>
            <a:r>
              <a:rPr lang="en-US" dirty="0"/>
              <a:t>This structure keeps the system organized and efficient.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39" y="3691105"/>
            <a:ext cx="3730921" cy="27737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1" y="0"/>
            <a:ext cx="6045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4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7040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51406"/>
            <a:ext cx="5537200" cy="24622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uses a structured healthcare dataset in CSV </a:t>
            </a:r>
            <a:r>
              <a:rPr lang="en-US" dirty="0" smtClean="0"/>
              <a:t>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Each </a:t>
            </a:r>
            <a:r>
              <a:rPr lang="en-US" dirty="0"/>
              <a:t>record includes: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Age and </a:t>
            </a:r>
            <a:r>
              <a:rPr lang="en-US" dirty="0" smtClean="0"/>
              <a:t>gender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17 symptoms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Disease </a:t>
            </a:r>
            <a:r>
              <a:rPr lang="en-US" dirty="0"/>
              <a:t>label</a:t>
            </a:r>
          </a:p>
          <a:p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dirty="0"/>
              <a:t>This data is used to train and test the models.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1" y="0"/>
            <a:ext cx="5852159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6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3535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51406"/>
            <a:ext cx="5537200" cy="21852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is prepared before training the models: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Missing values are </a:t>
            </a:r>
            <a:r>
              <a:rPr lang="en-US" dirty="0" smtClean="0"/>
              <a:t>handled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Categorical </a:t>
            </a:r>
            <a:r>
              <a:rPr lang="en-US" dirty="0"/>
              <a:t>data is converted into </a:t>
            </a:r>
            <a:r>
              <a:rPr lang="en-US" dirty="0" smtClean="0"/>
              <a:t>numbers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Data </a:t>
            </a:r>
            <a:r>
              <a:rPr lang="en-US" dirty="0"/>
              <a:t>is normalized for better </a:t>
            </a:r>
            <a:r>
              <a:rPr lang="en-US" dirty="0" smtClean="0"/>
              <a:t>performance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Dataset </a:t>
            </a:r>
            <a:r>
              <a:rPr lang="en-US" dirty="0"/>
              <a:t>is split into training and testing sets</a:t>
            </a:r>
          </a:p>
          <a:p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dirty="0"/>
              <a:t>This improves model accuracy and reliability.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280" y="0"/>
            <a:ext cx="6014720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421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51406"/>
            <a:ext cx="5537200" cy="21852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models are used in this project: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Decision Tree → simple and easy to </a:t>
            </a:r>
            <a:r>
              <a:rPr lang="en-US" dirty="0" smtClean="0"/>
              <a:t>understand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Random </a:t>
            </a:r>
            <a:r>
              <a:rPr lang="en-US" dirty="0"/>
              <a:t>Forest → combines multiple trees for better </a:t>
            </a:r>
            <a:r>
              <a:rPr lang="en-US" dirty="0" smtClean="0"/>
              <a:t>accuracy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l</a:t>
            </a:r>
            <a:r>
              <a:rPr lang="en-US" dirty="0" smtClean="0"/>
              <a:t>ogistic </a:t>
            </a:r>
            <a:r>
              <a:rPr lang="en-US" dirty="0"/>
              <a:t>Regression → predicts probabilities</a:t>
            </a:r>
          </a:p>
          <a:p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dirty="0"/>
              <a:t>These models are compared to find the best one.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720" y="1251406"/>
            <a:ext cx="5802948" cy="435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2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3108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51406"/>
            <a:ext cx="5537200" cy="218521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are evaluated using multiple metrics: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Accuracy → overall </a:t>
            </a:r>
            <a:r>
              <a:rPr lang="en-US" dirty="0" smtClean="0"/>
              <a:t>correctness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Precision </a:t>
            </a:r>
            <a:r>
              <a:rPr lang="en-US" dirty="0"/>
              <a:t>→ correctness of positive </a:t>
            </a:r>
            <a:r>
              <a:rPr lang="en-US" dirty="0" smtClean="0"/>
              <a:t>predictions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Recall </a:t>
            </a:r>
            <a:r>
              <a:rPr lang="en-US" dirty="0"/>
              <a:t>→ ability to detect actual </a:t>
            </a:r>
            <a:r>
              <a:rPr lang="en-US" dirty="0" smtClean="0"/>
              <a:t>diseases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F1 </a:t>
            </a:r>
            <a:r>
              <a:rPr lang="en-US" dirty="0"/>
              <a:t>Score → balance between precision and recall</a:t>
            </a:r>
          </a:p>
          <a:p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dirty="0"/>
              <a:t>Using multiple metrics gives a better evaluation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387090"/>
            <a:ext cx="6705600" cy="347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6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214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51406"/>
            <a:ext cx="5537200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three models were tested under the same </a:t>
            </a:r>
            <a:r>
              <a:rPr lang="en-US" dirty="0" smtClean="0"/>
              <a:t>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Random </a:t>
            </a:r>
            <a:r>
              <a:rPr lang="en-US" dirty="0"/>
              <a:t>Forest achieved the best performance </a:t>
            </a:r>
            <a:r>
              <a:rPr lang="en-US" dirty="0" smtClean="0"/>
              <a:t>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provided higher accuracy and better reliability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Therefore, Random Forest is selected as the best model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255" y="0"/>
            <a:ext cx="408574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1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407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User Interface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0261"/>
            <a:ext cx="5537200" cy="258532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simple web interface is built using </a:t>
            </a:r>
            <a:r>
              <a:rPr lang="en-US" dirty="0" smtClean="0"/>
              <a:t>Flask.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Users </a:t>
            </a:r>
            <a:r>
              <a:rPr lang="en-US" dirty="0"/>
              <a:t>can enter symptoms and view predictions </a:t>
            </a:r>
            <a:r>
              <a:rPr lang="en-US" dirty="0" smtClean="0"/>
              <a:t>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is tested using: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Unit </a:t>
            </a:r>
            <a:r>
              <a:rPr lang="en-US" dirty="0" smtClean="0"/>
              <a:t>testing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Functional testing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smtClean="0"/>
              <a:t>Integration testing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lvl="1"/>
            <a:r>
              <a:rPr lang="en-US" dirty="0"/>
              <a:t>This ensures the system works correctly and smoothly.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290261"/>
            <a:ext cx="5597074" cy="372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8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47040"/>
            <a:ext cx="4124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51406"/>
            <a:ext cx="5537200" cy="412420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successfully developed a disease prediction </a:t>
            </a:r>
            <a:r>
              <a:rPr lang="en-US" dirty="0" smtClean="0"/>
              <a:t>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compares multiple models and selects the best </a:t>
            </a:r>
            <a:r>
              <a:rPr lang="en-US" dirty="0" smtClean="0"/>
              <a:t>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system is simple, fast, and useful for early diagnosis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Future Improvements: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more diseases and </a:t>
            </a:r>
            <a:r>
              <a:rPr lang="en-US" dirty="0" smtClean="0"/>
              <a:t>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</a:t>
            </a:r>
            <a:r>
              <a:rPr lang="en-US" dirty="0"/>
              <a:t>deep learning </a:t>
            </a:r>
            <a:r>
              <a:rPr lang="en-US" dirty="0" smtClean="0"/>
              <a:t>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Connect </a:t>
            </a:r>
            <a:r>
              <a:rPr lang="en-US" dirty="0"/>
              <a:t>with real hospital </a:t>
            </a:r>
            <a:r>
              <a:rPr lang="en-US" dirty="0" smtClean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Develop </a:t>
            </a:r>
            <a:r>
              <a:rPr lang="en-US" dirty="0"/>
              <a:t>a mobile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057" y="3091022"/>
            <a:ext cx="6723943" cy="37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7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669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Centaur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Suman Shrestha</dc:creator>
  <cp:lastModifiedBy>Suman Shrestha</cp:lastModifiedBy>
  <cp:revision>15</cp:revision>
  <dcterms:created xsi:type="dcterms:W3CDTF">2026-03-26T16:57:17Z</dcterms:created>
  <dcterms:modified xsi:type="dcterms:W3CDTF">2026-03-26T19:22:55Z</dcterms:modified>
</cp:coreProperties>
</file>